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26672DE-2A13-5C0C-3CF3-544C62E745CA}">
          <p14:sldIdLst>
            <p14:sldId id="256"/>
          </p14:sldIdLst>
        </p14:section>
        <p14:section name="Problem and solution" id="{A6C123F4-34FE-45D3-3C65-AB1427352137}">
          <p14:sldIdLst>
            <p14:sldId id="257"/>
            <p14:sldId id="258"/>
          </p14:sldIdLst>
        </p14:section>
        <p14:section name="How it works" id="{0476361D-2838-060D-7778-0663CC83EA82}">
          <p14:sldIdLst>
            <p14:sldId id="259"/>
            <p14:sldId id="260"/>
            <p14:sldId id="261"/>
          </p14:sldIdLst>
        </p14:section>
        <p14:section name="Results" id="{9A64F537-E826-2020-049E-F5B2E88AA21C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sainbashya48@gmail.com" userId="e79d9b42769f403f" providerId="LiveId" clId="{8170B295-E76E-44E1-8482-DDD3874CEC33}"/>
    <pc:docChg chg="modSld">
      <pc:chgData name="husainbashya48@gmail.com" userId="e79d9b42769f403f" providerId="LiveId" clId="{8170B295-E76E-44E1-8482-DDD3874CEC33}" dt="2026-10-07T09:32:56.123" v="0" actId="27107"/>
      <pc:docMkLst>
        <pc:docMk/>
      </pc:docMkLst>
      <pc:sldChg chg="modSp mod">
        <pc:chgData name="husainbashya48@gmail.com" userId="e79d9b42769f403f" providerId="LiveId" clId="{8170B295-E76E-44E1-8482-DDD3874CEC33}" dt="2026-10-07T09:32:56.123" v="0" actId="27107"/>
        <pc:sldMkLst>
          <pc:docMk/>
          <pc:sldMk cId="0" sldId="261"/>
        </pc:sldMkLst>
        <pc:spChg chg="mod">
          <ac:chgData name="husainbashya48@gmail.com" userId="e79d9b42769f403f" providerId="LiveId" clId="{8170B295-E76E-44E1-8482-DDD3874CEC33}" dt="2026-10-07T09:32:56.123" v="0" actId="27107"/>
          <ac:spMkLst>
            <pc:docMk/>
            <pc:sldMk cId="0" sldId="261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a planner that turns exam dates into a daily revision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problem from a student's point of view. Everyone in the room has lived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app in order. Then switch to the live demo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formula in plain words: harder, nearer, and fair. Once an exam passes, that subject drops out of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real output of the planner for the sample data. Point out how Maths time grows as its exam gets closer.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logic in its own file means it can be tested without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duplicate-name bug the tests found and how it was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future item is where machine learning could be added, once real study data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Keep the live app running in the background in case someone asks for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6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6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chemeClr val="accent2"/>
                </a:solidFill>
              </a:rPr>
              <a:t>COLLEGE HACKATHON PROJECT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Study Planner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</a:rPr>
              <a:t>Enter your exams. Get a day-by-day revision timetable, reminders and a progress checklist.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Python  ·  Streamlit      [Member 1]  [Member 2]  [Member 3]  [Member 4]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6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Students know their exam dates, not how to split their time</a:t>
            </a:r>
            <a:endParaRPr lang="en-US" sz="3800" dirty="0"/>
          </a:p>
        </p:txBody>
      </p:sp>
      <p:sp>
        <p:nvSpPr>
          <p:cNvPr id="4" name="Problem card 1"/>
          <p:cNvSpPr/>
          <p:nvPr/>
        </p:nvSpPr>
        <p:spPr>
          <a:xfrm>
            <a:off x="640080" y="237744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Icon circle"/>
          <p:cNvSpPr/>
          <p:nvPr/>
        </p:nvSpPr>
        <p:spPr>
          <a:xfrm>
            <a:off x="960120" y="2697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Easy subjects take o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907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703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subjects take over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526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Time goes to what feels comfortable.</a:t>
            </a:r>
            <a:endParaRPr lang="en-US" sz="1600" dirty="0"/>
          </a:p>
        </p:txBody>
      </p:sp>
      <p:sp>
        <p:nvSpPr>
          <p:cNvPr id="9" name="Problem card 2"/>
          <p:cNvSpPr/>
          <p:nvPr/>
        </p:nvSpPr>
        <p:spPr>
          <a:xfrm>
            <a:off x="4389120" y="237744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4709160" y="2697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Hard subjects start l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907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703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subjects start late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526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Revision piles up in the last few days.</a:t>
            </a:r>
            <a:endParaRPr lang="en-US" sz="1600" dirty="0"/>
          </a:p>
        </p:txBody>
      </p:sp>
      <p:sp>
        <p:nvSpPr>
          <p:cNvPr id="14" name="Problem card 3"/>
          <p:cNvSpPr/>
          <p:nvPr/>
        </p:nvSpPr>
        <p:spPr>
          <a:xfrm>
            <a:off x="8138160" y="237744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Icon circle"/>
          <p:cNvSpPr/>
          <p:nvPr/>
        </p:nvSpPr>
        <p:spPr>
          <a:xfrm>
            <a:off x="8458200" y="2697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ogress is invisi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907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703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is invisible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526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Nobody sees what is done and what is left.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Four steps from exam dates to a daily plan</a:t>
            </a:r>
            <a:endParaRPr lang="en-US" sz="3800" dirty="0"/>
          </a:p>
        </p:txBody>
      </p:sp>
      <p:sp>
        <p:nvSpPr>
          <p:cNvPr id="4" name="Step card 1"/>
          <p:cNvSpPr/>
          <p:nvPr/>
        </p:nvSpPr>
        <p:spPr>
          <a:xfrm>
            <a:off x="640080" y="2377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886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Subjects, exam dates, difficulty and hours per day</a:t>
            </a:r>
            <a:endParaRPr lang="en-US" sz="1600" dirty="0"/>
          </a:p>
        </p:txBody>
      </p:sp>
      <p:sp>
        <p:nvSpPr>
          <p:cNvPr id="8" name="Step card 2"/>
          <p:cNvSpPr/>
          <p:nvPr/>
        </p:nvSpPr>
        <p:spPr>
          <a:xfrm>
            <a:off x="3456432" y="2377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697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76472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776472" y="3886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Study time is shared across every day left</a:t>
            </a:r>
            <a:endParaRPr lang="en-US" sz="1600" dirty="0"/>
          </a:p>
        </p:txBody>
      </p:sp>
      <p:sp>
        <p:nvSpPr>
          <p:cNvPr id="12" name="Step card 3"/>
          <p:cNvSpPr/>
          <p:nvPr/>
        </p:nvSpPr>
        <p:spPr>
          <a:xfrm>
            <a:off x="6272784" y="2377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Remi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697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92824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Remind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6592824" y="3886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Today's sessions and exam warnings</a:t>
            </a:r>
            <a:endParaRPr lang="en-US" sz="1600" dirty="0"/>
          </a:p>
        </p:txBody>
      </p:sp>
      <p:sp>
        <p:nvSpPr>
          <p:cNvPr id="16" name="Step card 4"/>
          <p:cNvSpPr/>
          <p:nvPr/>
        </p:nvSpPr>
        <p:spPr>
          <a:xfrm>
            <a:off x="9089136" y="2377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Tra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26974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409176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Track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9409176" y="38862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Tick sessions off and watch the progress bar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THE LOGIC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Every half-hour goes to the subject with the highest score</a:t>
            </a:r>
            <a:endParaRPr lang="en-US" sz="3800" dirty="0"/>
          </a:p>
        </p:txBody>
      </p:sp>
      <p:sp>
        <p:nvSpPr>
          <p:cNvPr id="4" name="Formula panel"/>
          <p:cNvSpPr/>
          <p:nvPr/>
        </p:nvSpPr>
        <p:spPr>
          <a:xfrm>
            <a:off x="640080" y="2011680"/>
            <a:ext cx="108813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difficulty × (1 + 4 / days_left) / (1 + blocks_given)</a:t>
            </a:r>
            <a:endParaRPr lang="en-US" sz="2200" dirty="0"/>
          </a:p>
        </p:txBody>
      </p:sp>
      <p:sp>
        <p:nvSpPr>
          <p:cNvPr id="6" name="Rule card 1"/>
          <p:cNvSpPr/>
          <p:nvPr/>
        </p:nvSpPr>
        <p:spPr>
          <a:xfrm>
            <a:off x="640080" y="35661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6012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 subject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43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Higher difficulty raises the score.</a:t>
            </a:r>
            <a:endParaRPr lang="en-US" sz="1600" dirty="0"/>
          </a:p>
        </p:txBody>
      </p:sp>
      <p:sp>
        <p:nvSpPr>
          <p:cNvPr id="9" name="Rule card 2"/>
          <p:cNvSpPr/>
          <p:nvPr/>
        </p:nvSpPr>
        <p:spPr>
          <a:xfrm>
            <a:off x="4389120" y="35661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091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Nearer exam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343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Fewer days left raises the score.</a:t>
            </a:r>
            <a:endParaRPr lang="en-US" sz="1600" dirty="0"/>
          </a:p>
        </p:txBody>
      </p:sp>
      <p:sp>
        <p:nvSpPr>
          <p:cNvPr id="12" name="Rule card 3"/>
          <p:cNvSpPr/>
          <p:nvPr/>
        </p:nvSpPr>
        <p:spPr>
          <a:xfrm>
            <a:off x="8138160" y="35661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45820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got time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343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Blocks given lower the score, so time is shared.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SAMPLE OUTPUT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Maths gets most hours first, then Physics, then English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37856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07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08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09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10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11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12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8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13 Oct EXAM Maths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14 Oct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12480" y="1828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3 hours a day. Exams: Maths in 6 days, Physics in 9, English in 12. Output of the real planner.py.</a:t>
            </a:r>
            <a:endParaRPr lang="en-US" sz="1600" dirty="0"/>
          </a:p>
        </p:txBody>
      </p:sp>
      <p:sp>
        <p:nvSpPr>
          <p:cNvPr id="4" name="Text 3"/>
          <p:cNvSpPr txBox="1"/>
          <p:nvPr/>
        </p:nvSpPr>
        <p:spPr>
          <a:xfrm>
            <a:off x="8412480" y="34747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Days before an exam are packed with that subject. After the Maths exam, its hours move to Physics and English.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Plain Python, split into logic and interface</a:t>
            </a:r>
            <a:endParaRPr lang="en-US" sz="3800" dirty="0"/>
          </a:p>
        </p:txBody>
      </p:sp>
      <p:sp>
        <p:nvSpPr>
          <p:cNvPr id="4" name="Stack row 1"/>
          <p:cNvSpPr/>
          <p:nvPr/>
        </p:nvSpPr>
        <p:spPr>
          <a:xfrm>
            <a:off x="640080" y="2011680"/>
            <a:ext cx="108813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Scheduling and reminder logic (planner.py)</a:t>
            </a:r>
            <a:endParaRPr lang="en-US" sz="1800" dirty="0"/>
          </a:p>
        </p:txBody>
      </p:sp>
      <p:sp>
        <p:nvSpPr>
          <p:cNvPr id="7" name="Stack row 2"/>
          <p:cNvSpPr/>
          <p:nvPr/>
        </p:nvSpPr>
        <p:spPr>
          <a:xfrm>
            <a:off x="640080" y="3017520"/>
            <a:ext cx="108813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05840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datetime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Dates, days left, looping day by day</a:t>
            </a:r>
            <a:endParaRPr lang="en-US" sz="1800" dirty="0"/>
          </a:p>
        </p:txBody>
      </p:sp>
      <p:sp>
        <p:nvSpPr>
          <p:cNvPr id="10" name="Stack row 3"/>
          <p:cNvSpPr/>
          <p:nvPr/>
        </p:nvSpPr>
        <p:spPr>
          <a:xfrm>
            <a:off x="640080" y="4023360"/>
            <a:ext cx="108813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005840" y="4023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023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web interface (app.py)</a:t>
            </a:r>
            <a:endParaRPr lang="en-US" sz="1800" dirty="0"/>
          </a:p>
        </p:txBody>
      </p:sp>
      <p:sp>
        <p:nvSpPr>
          <p:cNvPr id="13" name="Stack row 4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005840" y="5029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5029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editable subjects table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2"/>
                </a:solidFill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the inputs that break planners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5"/>
                </a:solidFill>
              </a:rPr>
              <a:t>edge-case tests pass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4688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Past and same-day exam dates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Blank rows and duplicate subject names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One-day plans and a 400-day plan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Daily hours never exceeded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6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CHALLENGES AND FUTURE SCOPE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What was hard, and what comes next</a:t>
            </a:r>
            <a:endParaRPr lang="en-US" sz="3800" dirty="0"/>
          </a:p>
        </p:txBody>
      </p:sp>
      <p:sp>
        <p:nvSpPr>
          <p:cNvPr id="4" name="Challenges card"/>
          <p:cNvSpPr/>
          <p:nvPr/>
        </p:nvSpPr>
        <p:spPr>
          <a:xfrm>
            <a:off x="640080" y="2011680"/>
            <a:ext cx="5303520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260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Sharing time fairly between subjects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Duplicate subject names clashing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Keeping logic separate from the screen</a:t>
            </a:r>
            <a:endParaRPr lang="en-US" sz="1800" dirty="0"/>
          </a:p>
        </p:txBody>
      </p:sp>
      <p:sp>
        <p:nvSpPr>
          <p:cNvPr id="7" name="Future scope card"/>
          <p:cNvSpPr/>
          <p:nvPr/>
        </p:nvSpPr>
        <p:spPr>
          <a:xfrm>
            <a:off x="6217920" y="2011680"/>
            <a:ext cx="5303520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9260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Save progress to a file or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Re-plan when a day is missed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Email or phone notifications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Learn each student's study speed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chemeClr val="accent2"/>
                </a:solidFill>
              </a:rPr>
              <a:t>SMART STUDY PLANNER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5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[Member 1]  ·  [Member 2]  ·  [Member 3]  ·  [Member 4]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A9B6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Planner">
  <a:themeElements>
    <a:clrScheme name="Study Planner">
      <a:dk1>
        <a:srgbClr val="14202F"/>
      </a:dk1>
      <a:lt1>
        <a:srgbClr val="FFFFFF"/>
      </a:lt1>
      <a:dk2>
        <a:srgbClr val="101C2E"/>
      </a:dk2>
      <a:lt2>
        <a:srgbClr val="F3F5F8"/>
      </a:lt2>
      <a:accent1>
        <a:srgbClr val="4A5FDB"/>
      </a:accent1>
      <a:accent2>
        <a:srgbClr val="F0B84A"/>
      </a:accent2>
      <a:accent3>
        <a:srgbClr val="5A6778"/>
      </a:accent3>
      <a:accent4>
        <a:srgbClr val="2F7D4F"/>
      </a:accent4>
      <a:accent5>
        <a:srgbClr val="A9B6C8"/>
      </a:accent5>
      <a:accent6>
        <a:srgbClr val="B83A3A"/>
      </a:accent6>
      <a:hlink>
        <a:srgbClr val="4A5FDB"/>
      </a:hlink>
      <a:folHlink>
        <a:srgbClr val="5A6778"/>
      </a:folHlink>
    </a:clrScheme>
    <a:fontScheme name="Study Plann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677</Words>
  <Application>Microsoft Office PowerPoint</Application>
  <PresentationFormat>Widescreen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Study Planner</vt:lpstr>
      <vt:lpstr>PowerPoint Presentation</vt:lpstr>
      <vt:lpstr>Students know their exam dates, not how to split their time</vt:lpstr>
      <vt:lpstr>Four steps from exam dates to a daily plan</vt:lpstr>
      <vt:lpstr>Every half-hour goes to the subject with the highest score</vt:lpstr>
      <vt:lpstr>Maths gets most hours first, then Physics, then English</vt:lpstr>
      <vt:lpstr>Plain Python, split into logic and interface</vt:lpstr>
      <vt:lpstr>PowerPoint Presentation</vt:lpstr>
      <vt:lpstr>What was hard, and what comes next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Planner</dc:title>
  <dc:subject>PptxGenJS Presentation</dc:subject>
  <dc:creator>PptxGenJS</dc:creator>
  <cp:lastModifiedBy>husainbashya48@gmail.com</cp:lastModifiedBy>
  <cp:revision>1</cp:revision>
  <dcterms:created xsi:type="dcterms:W3CDTF">2026-10-07T06:59:56Z</dcterms:created>
  <dcterms:modified xsi:type="dcterms:W3CDTF">2026-10-07T09:33:04Z</dcterms:modified>
</cp:coreProperties>
</file>